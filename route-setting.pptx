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63" r:id="rId2"/>
    <p:sldId id="393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3" r:id="rId12"/>
    <p:sldId id="375" r:id="rId13"/>
    <p:sldId id="374" r:id="rId14"/>
    <p:sldId id="372" r:id="rId15"/>
    <p:sldId id="376" r:id="rId16"/>
    <p:sldId id="377" r:id="rId17"/>
    <p:sldId id="378" r:id="rId18"/>
    <p:sldId id="379" r:id="rId19"/>
    <p:sldId id="383" r:id="rId20"/>
    <p:sldId id="384" r:id="rId21"/>
    <p:sldId id="385" r:id="rId22"/>
    <p:sldId id="386" r:id="rId23"/>
    <p:sldId id="387" r:id="rId24"/>
    <p:sldId id="388" r:id="rId25"/>
    <p:sldId id="380" r:id="rId26"/>
    <p:sldId id="381" r:id="rId27"/>
    <p:sldId id="389" r:id="rId28"/>
    <p:sldId id="390" r:id="rId29"/>
    <p:sldId id="392" r:id="rId30"/>
    <p:sldId id="391" r:id="rId31"/>
    <p:sldId id="38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CC99FF"/>
    <a:srgbClr val="0000FF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5196" autoAdjust="0"/>
  </p:normalViewPr>
  <p:slideViewPr>
    <p:cSldViewPr snapToGrid="0">
      <p:cViewPr>
        <p:scale>
          <a:sx n="100" d="100"/>
          <a:sy n="100" d="100"/>
        </p:scale>
        <p:origin x="1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98984-2FFC-4A1F-97AA-F4CCAD6E624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2FFF9-D954-4AE7-86C8-B583306E6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3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B1F9-3A0D-D54E-A7E6-4158C52DD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F6417-AA97-EEC9-E1BF-3F3EF02B0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38E6F-BB3C-8E18-691E-CBE715607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03A88-9BE1-6513-1719-9B054978A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983B7-CF24-DC11-4A54-BD72A98DC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6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67CF-2EC2-590B-285C-09C33A4D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36E24-4A74-130F-3889-E527DD83D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2BA4A-18F2-8BD4-87E2-C02AD58B5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BF160-64C8-D862-EBE8-039A105A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D9F13-2172-66FE-1730-84525DDB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23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A608-78CF-99D4-850C-3FD82189B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69CAE-9D54-72A0-5DD4-967FD30BA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B39CE-D75C-3384-88FD-84624C18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E7BF0-43A4-B067-049A-4B38B8825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81E6A-1F00-1AEB-20CD-DEB2F49C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4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0F9E-E116-A148-F772-E159E600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9FB20-F5F6-E0CB-DE7D-F374B667E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A1316-092E-7784-2702-4746204D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EE816-BB98-6F0F-516D-323FB08A2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C8FF9-1639-6C52-3C93-EE3CAF303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FC157-38E2-201A-96DC-07A7E5356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4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7E36-D785-C4F5-1D23-DA731BF8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33547-112A-1864-7BDF-23730A897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B2C8B-E9B1-B777-02BE-2E580BBF6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F1F69-2C2B-C58C-505A-F28FDB455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C137C-6DE8-EC64-FA9A-83181AD55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7117D0-637D-064C-89A3-EFC73AF5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54595D-52B2-726D-0667-52D84018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D64BD-126F-45A5-1BB8-819D9BA8C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6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C538-0EA6-2A80-6BBB-E4E7D273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F5F8E-500C-4573-F815-64900A48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630B8-E8AE-3C03-B6D7-BDA53D754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F0859-B7C7-58CF-D825-3C8D176E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46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307C7-7832-751B-3717-0386767B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B8E48-A31A-52BD-8103-50707FD4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0A091-7928-C6B2-185A-405E551F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AFDD-AD0A-7BB1-98C7-47A03502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4455D-32F4-82D1-D8F7-9315B7A82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59817-D827-B4ED-080E-E432FD533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9C75B-6A4E-B87D-E487-6FFE15D9C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55073-9572-9B71-6AB7-FC673AA0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D6573-6897-147C-6B37-E3B135F6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5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7839-8B94-F0FE-885C-CEAC21EE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96C93E-C67B-DEC4-7D64-36B6BC67E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E399A-7A6F-4A2A-CCAD-903DC4650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3459C-2DF8-0DE8-4BB9-B058D7551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70AE2-80CC-566F-4E43-41BE3189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0EABA-2743-3FC9-067C-2A80D9FE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4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3472-A944-E035-11D2-CE6CED14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992D8-6DE0-C1F1-CDCF-323AA3FC4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E2790-A896-BB52-F3CB-137E332E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703F9-622F-141E-D34E-30744A81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22FE-E09D-50B5-F09C-99749FAE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62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22DEBD-41CA-DA08-5964-CFAD90A40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BD13E-A099-3C23-50E6-5AF52D32D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3E2B7-6097-2A92-1987-0F01791D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D73C8-5469-01BD-AEAD-DC715879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BF089-18F1-00ED-AE5C-79B30D53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07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427A2-8B83-ECA5-2033-3814E316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39056-07BD-416E-B17B-915E4045F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68CE3-D184-0998-B36A-907B0A150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2E739-5D80-4777-8813-CDF88B8C5BB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05BA7-B0A5-E7F4-AACA-A9E4386F5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4660A-2319-0A15-40C9-8AAEFF165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3B72F-DD1E-4B9A-82A1-95FA6E5D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1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491797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แผนที่เส้นทาง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3678663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9" y="819451"/>
            <a:ext cx="192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243581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9" y="819451"/>
            <a:ext cx="192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248235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499905" y="3057628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9" y="819451"/>
            <a:ext cx="192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3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278827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9" y="819451"/>
            <a:ext cx="192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4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169826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1971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5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224429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9" y="819451"/>
            <a:ext cx="192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6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2490952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9" y="819451"/>
            <a:ext cx="192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7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343714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9" y="819451"/>
            <a:ext cx="1924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8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2370765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9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312915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10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1840613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11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171402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12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1617345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13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327098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14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1389975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15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3476573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16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3051208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17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1619971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18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2589713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19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1605790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20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3477505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64720" y="360485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21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CDFA537-2731-EFE3-8FA2-A3D462D86392}"/>
              </a:ext>
            </a:extLst>
          </p:cNvPr>
          <p:cNvSpPr/>
          <p:nvPr/>
        </p:nvSpPr>
        <p:spPr>
          <a:xfrm flipH="1">
            <a:off x="725523" y="2433372"/>
            <a:ext cx="741890" cy="624256"/>
          </a:xfrm>
          <a:prstGeom prst="parallelogram">
            <a:avLst>
              <a:gd name="adj" fmla="val 96794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D0EA154F-ADC9-DB52-288D-944AFF215A0E}"/>
              </a:ext>
            </a:extLst>
          </p:cNvPr>
          <p:cNvSpPr/>
          <p:nvPr/>
        </p:nvSpPr>
        <p:spPr>
          <a:xfrm flipH="1">
            <a:off x="1366250" y="3128415"/>
            <a:ext cx="741890" cy="624256"/>
          </a:xfrm>
          <a:prstGeom prst="parallelogram">
            <a:avLst>
              <a:gd name="adj" fmla="val 96794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5746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22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587A269-E879-C5C6-FF34-9577E09362D5}"/>
              </a:ext>
            </a:extLst>
          </p:cNvPr>
          <p:cNvGrpSpPr/>
          <p:nvPr/>
        </p:nvGrpSpPr>
        <p:grpSpPr>
          <a:xfrm>
            <a:off x="4655144" y="2437069"/>
            <a:ext cx="1382617" cy="1311679"/>
            <a:chOff x="4655144" y="2437069"/>
            <a:chExt cx="1382617" cy="1311679"/>
          </a:xfrm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F802DFA2-C77E-0C4D-73F6-117E881A5088}"/>
                </a:ext>
              </a:extLst>
            </p:cNvPr>
            <p:cNvSpPr/>
            <p:nvPr/>
          </p:nvSpPr>
          <p:spPr>
            <a:xfrm flipH="1">
              <a:off x="4655144" y="2437069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DDF9CBD9-820B-4DCD-F63B-E3F327402468}"/>
                </a:ext>
              </a:extLst>
            </p:cNvPr>
            <p:cNvSpPr/>
            <p:nvPr/>
          </p:nvSpPr>
          <p:spPr>
            <a:xfrm flipH="1">
              <a:off x="5295871" y="3124492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065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23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A4BC1B-BA35-96B1-BF08-544961DEFFD6}"/>
              </a:ext>
            </a:extLst>
          </p:cNvPr>
          <p:cNvGrpSpPr/>
          <p:nvPr/>
        </p:nvGrpSpPr>
        <p:grpSpPr>
          <a:xfrm>
            <a:off x="8575273" y="2433258"/>
            <a:ext cx="1382482" cy="1319300"/>
            <a:chOff x="8575273" y="2433258"/>
            <a:chExt cx="1382482" cy="1319300"/>
          </a:xfrm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E458BCE0-BD4B-11E8-39A0-6C501852282F}"/>
                </a:ext>
              </a:extLst>
            </p:cNvPr>
            <p:cNvSpPr/>
            <p:nvPr/>
          </p:nvSpPr>
          <p:spPr>
            <a:xfrm flipH="1">
              <a:off x="8575273" y="2433258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2508CB3C-7D8C-73B9-942F-F98885D8ECF4}"/>
                </a:ext>
              </a:extLst>
            </p:cNvPr>
            <p:cNvSpPr/>
            <p:nvPr/>
          </p:nvSpPr>
          <p:spPr>
            <a:xfrm flipH="1">
              <a:off x="9215865" y="3128302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378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24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267DAD6-401B-220E-1F78-FE33C88C6A91}"/>
              </a:ext>
            </a:extLst>
          </p:cNvPr>
          <p:cNvGrpSpPr/>
          <p:nvPr/>
        </p:nvGrpSpPr>
        <p:grpSpPr>
          <a:xfrm>
            <a:off x="10088801" y="2440199"/>
            <a:ext cx="1382906" cy="1311617"/>
            <a:chOff x="10088801" y="2440199"/>
            <a:chExt cx="1382906" cy="1311617"/>
          </a:xfrm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2817BE66-F5DD-EF78-DDA8-65F61B2FCFA8}"/>
                </a:ext>
              </a:extLst>
            </p:cNvPr>
            <p:cNvSpPr/>
            <p:nvPr/>
          </p:nvSpPr>
          <p:spPr>
            <a:xfrm>
              <a:off x="10729817" y="2440199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14526DDC-9839-F441-BCEF-2718D283C0B0}"/>
                </a:ext>
              </a:extLst>
            </p:cNvPr>
            <p:cNvSpPr/>
            <p:nvPr/>
          </p:nvSpPr>
          <p:spPr>
            <a:xfrm>
              <a:off x="10088801" y="3127560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1292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25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D55D31-24D3-751F-195E-FEFAB3287AB1}"/>
              </a:ext>
            </a:extLst>
          </p:cNvPr>
          <p:cNvGrpSpPr/>
          <p:nvPr/>
        </p:nvGrpSpPr>
        <p:grpSpPr>
          <a:xfrm>
            <a:off x="6168394" y="2441729"/>
            <a:ext cx="1382906" cy="1311617"/>
            <a:chOff x="10088801" y="2440199"/>
            <a:chExt cx="1382906" cy="1311617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84F8D78F-4A44-E575-CA41-1D157E8DB44D}"/>
                </a:ext>
              </a:extLst>
            </p:cNvPr>
            <p:cNvSpPr/>
            <p:nvPr/>
          </p:nvSpPr>
          <p:spPr>
            <a:xfrm>
              <a:off x="10729817" y="2440199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AC4CA07-C6C9-2EB8-BAA7-302104CE5199}"/>
                </a:ext>
              </a:extLst>
            </p:cNvPr>
            <p:cNvSpPr/>
            <p:nvPr/>
          </p:nvSpPr>
          <p:spPr>
            <a:xfrm>
              <a:off x="10088801" y="3127560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6279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26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A03064-2006-F792-775C-53EC269DDBA5}"/>
              </a:ext>
            </a:extLst>
          </p:cNvPr>
          <p:cNvGrpSpPr/>
          <p:nvPr/>
        </p:nvGrpSpPr>
        <p:grpSpPr>
          <a:xfrm>
            <a:off x="2246294" y="2441729"/>
            <a:ext cx="1382906" cy="1311617"/>
            <a:chOff x="10088801" y="2440199"/>
            <a:chExt cx="1382906" cy="1311617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6BCD9834-FD24-0BFC-8F20-774A387EFBB5}"/>
                </a:ext>
              </a:extLst>
            </p:cNvPr>
            <p:cNvSpPr/>
            <p:nvPr/>
          </p:nvSpPr>
          <p:spPr>
            <a:xfrm>
              <a:off x="10729817" y="2440199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9650CADC-4199-EE8B-9565-D9CB3A678AAD}"/>
                </a:ext>
              </a:extLst>
            </p:cNvPr>
            <p:cNvSpPr/>
            <p:nvPr/>
          </p:nvSpPr>
          <p:spPr>
            <a:xfrm>
              <a:off x="10088801" y="3127560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5739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27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F377542-5C56-C8DC-7623-E8A333DB6B2E}"/>
              </a:ext>
            </a:extLst>
          </p:cNvPr>
          <p:cNvGrpSpPr/>
          <p:nvPr/>
        </p:nvGrpSpPr>
        <p:grpSpPr>
          <a:xfrm>
            <a:off x="2246138" y="2441729"/>
            <a:ext cx="1382906" cy="1311617"/>
            <a:chOff x="10088801" y="2440199"/>
            <a:chExt cx="1382906" cy="1311617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BDB258F5-2FCA-319E-5DB5-88E3A7EC7BE6}"/>
                </a:ext>
              </a:extLst>
            </p:cNvPr>
            <p:cNvSpPr/>
            <p:nvPr/>
          </p:nvSpPr>
          <p:spPr>
            <a:xfrm>
              <a:off x="10729817" y="2440199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06C7A1C0-7787-DAA9-FA2A-708E02334BFE}"/>
                </a:ext>
              </a:extLst>
            </p:cNvPr>
            <p:cNvSpPr/>
            <p:nvPr/>
          </p:nvSpPr>
          <p:spPr>
            <a:xfrm>
              <a:off x="10088801" y="3127560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9645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28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E894FB-5D32-88A6-5D28-68038D79F46C}"/>
              </a:ext>
            </a:extLst>
          </p:cNvPr>
          <p:cNvGrpSpPr/>
          <p:nvPr/>
        </p:nvGrpSpPr>
        <p:grpSpPr>
          <a:xfrm>
            <a:off x="6175496" y="2440965"/>
            <a:ext cx="1382906" cy="1311617"/>
            <a:chOff x="10088801" y="2440199"/>
            <a:chExt cx="1382906" cy="1311617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34DB13AD-FF9A-EAE6-784F-5001C971A74F}"/>
                </a:ext>
              </a:extLst>
            </p:cNvPr>
            <p:cNvSpPr/>
            <p:nvPr/>
          </p:nvSpPr>
          <p:spPr>
            <a:xfrm>
              <a:off x="10729817" y="2440199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DD950FB4-CD48-4519-1751-6DFF73AD2CB5}"/>
                </a:ext>
              </a:extLst>
            </p:cNvPr>
            <p:cNvSpPr/>
            <p:nvPr/>
          </p:nvSpPr>
          <p:spPr>
            <a:xfrm>
              <a:off x="10088801" y="3127560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6378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9" name="Parallelogram 128">
            <a:extLst>
              <a:ext uri="{FF2B5EF4-FFF2-40B4-BE49-F238E27FC236}">
                <a16:creationId xmlns:a16="http://schemas.microsoft.com/office/drawing/2014/main" id="{ACA6061B-DA08-F0B9-9FFE-C4D83C6ED070}"/>
              </a:ext>
            </a:extLst>
          </p:cNvPr>
          <p:cNvSpPr/>
          <p:nvPr/>
        </p:nvSpPr>
        <p:spPr>
          <a:xfrm flipH="1">
            <a:off x="4862152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0" name="Parallelogram 129">
            <a:extLst>
              <a:ext uri="{FF2B5EF4-FFF2-40B4-BE49-F238E27FC236}">
                <a16:creationId xmlns:a16="http://schemas.microsoft.com/office/drawing/2014/main" id="{A41B6428-62E5-B4D6-A8ED-1DD3BE54B773}"/>
              </a:ext>
            </a:extLst>
          </p:cNvPr>
          <p:cNvSpPr/>
          <p:nvPr/>
        </p:nvSpPr>
        <p:spPr>
          <a:xfrm flipH="1">
            <a:off x="532685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29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DDAE17-90F0-A01B-60C6-0CC0159D94D3}"/>
              </a:ext>
            </a:extLst>
          </p:cNvPr>
          <p:cNvGrpSpPr/>
          <p:nvPr/>
        </p:nvGrpSpPr>
        <p:grpSpPr>
          <a:xfrm>
            <a:off x="8575273" y="2433258"/>
            <a:ext cx="1382482" cy="1319300"/>
            <a:chOff x="8575273" y="2433258"/>
            <a:chExt cx="1382482" cy="1319300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058E2530-572E-A3B2-0175-51CE6453AB5C}"/>
                </a:ext>
              </a:extLst>
            </p:cNvPr>
            <p:cNvSpPr/>
            <p:nvPr/>
          </p:nvSpPr>
          <p:spPr>
            <a:xfrm flipH="1">
              <a:off x="8575273" y="2433258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8B0B2F46-AD58-4FC3-06B0-74B4FD248F1B}"/>
                </a:ext>
              </a:extLst>
            </p:cNvPr>
            <p:cNvSpPr/>
            <p:nvPr/>
          </p:nvSpPr>
          <p:spPr>
            <a:xfrm flipH="1">
              <a:off x="9215865" y="3128302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5306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51D5-0986-6E7B-59FA-14C899D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3C333-9E0E-93AF-5422-5A514172D7C1}"/>
              </a:ext>
            </a:extLst>
          </p:cNvPr>
          <p:cNvSpPr/>
          <p:nvPr/>
        </p:nvSpPr>
        <p:spPr>
          <a:xfrm>
            <a:off x="467641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D9F25-60E3-1184-8629-E7053B8B7955}"/>
              </a:ext>
            </a:extLst>
          </p:cNvPr>
          <p:cNvSpPr/>
          <p:nvPr/>
        </p:nvSpPr>
        <p:spPr>
          <a:xfrm>
            <a:off x="1094538" y="244020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D84BA-EB9D-77F7-109E-F957D357BD95}"/>
              </a:ext>
            </a:extLst>
          </p:cNvPr>
          <p:cNvSpPr/>
          <p:nvPr/>
        </p:nvSpPr>
        <p:spPr>
          <a:xfrm>
            <a:off x="907996" y="360485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640B50-1F44-306E-AD15-E6541AEF9B25}"/>
              </a:ext>
            </a:extLst>
          </p:cNvPr>
          <p:cNvSpPr/>
          <p:nvPr/>
        </p:nvSpPr>
        <p:spPr>
          <a:xfrm>
            <a:off x="467641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0CE2-18D2-5023-0672-2CB857942E58}"/>
              </a:ext>
            </a:extLst>
          </p:cNvPr>
          <p:cNvSpPr/>
          <p:nvPr/>
        </p:nvSpPr>
        <p:spPr>
          <a:xfrm>
            <a:off x="1539484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001A4-DFBD-2F5C-F79C-9E081FF2A916}"/>
              </a:ext>
            </a:extLst>
          </p:cNvPr>
          <p:cNvSpPr/>
          <p:nvPr/>
        </p:nvSpPr>
        <p:spPr>
          <a:xfrm>
            <a:off x="1984430" y="2440204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4593F-9731-E3E9-9AE1-4A93189BF6F7}"/>
              </a:ext>
            </a:extLst>
          </p:cNvPr>
          <p:cNvSpPr/>
          <p:nvPr/>
        </p:nvSpPr>
        <p:spPr>
          <a:xfrm>
            <a:off x="2429376" y="2440204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246671-0958-11C6-ECEE-2A799E6DA0BB}"/>
              </a:ext>
            </a:extLst>
          </p:cNvPr>
          <p:cNvSpPr/>
          <p:nvPr/>
        </p:nvSpPr>
        <p:spPr>
          <a:xfrm>
            <a:off x="134835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428A5-7BFB-7BEF-C477-E9E2284B1A72}"/>
              </a:ext>
            </a:extLst>
          </p:cNvPr>
          <p:cNvSpPr/>
          <p:nvPr/>
        </p:nvSpPr>
        <p:spPr>
          <a:xfrm>
            <a:off x="1975248" y="3604858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3A46A4-66C2-3EE5-713E-E41F87837BF1}"/>
              </a:ext>
            </a:extLst>
          </p:cNvPr>
          <p:cNvSpPr/>
          <p:nvPr/>
        </p:nvSpPr>
        <p:spPr>
          <a:xfrm>
            <a:off x="260214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4E0E17-948C-A008-5FE7-E036CAE99E00}"/>
              </a:ext>
            </a:extLst>
          </p:cNvPr>
          <p:cNvSpPr/>
          <p:nvPr/>
        </p:nvSpPr>
        <p:spPr>
          <a:xfrm>
            <a:off x="304709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5DE84F-2468-3B33-ECE9-9DAD31AEDB2E}"/>
              </a:ext>
            </a:extLst>
          </p:cNvPr>
          <p:cNvSpPr/>
          <p:nvPr/>
        </p:nvSpPr>
        <p:spPr>
          <a:xfrm>
            <a:off x="3492037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C7993C-CD8E-4206-B5B7-337F7892FC38}"/>
              </a:ext>
            </a:extLst>
          </p:cNvPr>
          <p:cNvSpPr/>
          <p:nvPr/>
        </p:nvSpPr>
        <p:spPr>
          <a:xfrm>
            <a:off x="2874322" y="2440203"/>
            <a:ext cx="407778" cy="148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85CD5-B770-2C4F-61F6-35FD1B5A3391}"/>
              </a:ext>
            </a:extLst>
          </p:cNvPr>
          <p:cNvSpPr/>
          <p:nvPr/>
        </p:nvSpPr>
        <p:spPr>
          <a:xfrm>
            <a:off x="3501219" y="2440205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1D62884-3529-4727-F42B-39689B1A933D}"/>
              </a:ext>
            </a:extLst>
          </p:cNvPr>
          <p:cNvSpPr/>
          <p:nvPr/>
        </p:nvSpPr>
        <p:spPr>
          <a:xfrm>
            <a:off x="3946165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8F36E-ECD5-0BFC-0392-D315DC577489}"/>
              </a:ext>
            </a:extLst>
          </p:cNvPr>
          <p:cNvSpPr/>
          <p:nvPr/>
        </p:nvSpPr>
        <p:spPr>
          <a:xfrm>
            <a:off x="4391111" y="2440204"/>
            <a:ext cx="407778" cy="1484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476315-A84C-E100-3761-00CC270E514C}"/>
              </a:ext>
            </a:extLst>
          </p:cNvPr>
          <p:cNvSpPr/>
          <p:nvPr/>
        </p:nvSpPr>
        <p:spPr>
          <a:xfrm>
            <a:off x="393698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D22969-806C-CA3E-295A-5ABDC346E2A6}"/>
              </a:ext>
            </a:extLst>
          </p:cNvPr>
          <p:cNvSpPr/>
          <p:nvPr/>
        </p:nvSpPr>
        <p:spPr>
          <a:xfrm>
            <a:off x="438192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2E5F26-303F-55ED-3125-AFCA36E76F55}"/>
              </a:ext>
            </a:extLst>
          </p:cNvPr>
          <p:cNvSpPr/>
          <p:nvPr/>
        </p:nvSpPr>
        <p:spPr>
          <a:xfrm>
            <a:off x="4826875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859948-40E5-D80B-46ED-7E0A43E0743E}"/>
              </a:ext>
            </a:extLst>
          </p:cNvPr>
          <p:cNvSpPr/>
          <p:nvPr/>
        </p:nvSpPr>
        <p:spPr>
          <a:xfrm>
            <a:off x="5018008" y="2440202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0CDD0-EBBC-7CA3-7723-9F5FCDA4DCA1}"/>
              </a:ext>
            </a:extLst>
          </p:cNvPr>
          <p:cNvSpPr/>
          <p:nvPr/>
        </p:nvSpPr>
        <p:spPr>
          <a:xfrm>
            <a:off x="5271821" y="3604856"/>
            <a:ext cx="407778" cy="148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FA0DC-C664-E51A-CD17-D3A078CEFB73}"/>
              </a:ext>
            </a:extLst>
          </p:cNvPr>
          <p:cNvSpPr/>
          <p:nvPr/>
        </p:nvSpPr>
        <p:spPr>
          <a:xfrm>
            <a:off x="5898718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CAF047-9254-0017-5193-72E1008708AA}"/>
              </a:ext>
            </a:extLst>
          </p:cNvPr>
          <p:cNvSpPr/>
          <p:nvPr/>
        </p:nvSpPr>
        <p:spPr>
          <a:xfrm>
            <a:off x="5462954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130E02-C05C-9651-5840-5B61243D84AA}"/>
              </a:ext>
            </a:extLst>
          </p:cNvPr>
          <p:cNvSpPr/>
          <p:nvPr/>
        </p:nvSpPr>
        <p:spPr>
          <a:xfrm>
            <a:off x="5907900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030F28-A73C-B30C-1EAF-C3DFBA3CFF47}"/>
              </a:ext>
            </a:extLst>
          </p:cNvPr>
          <p:cNvSpPr/>
          <p:nvPr/>
        </p:nvSpPr>
        <p:spPr>
          <a:xfrm>
            <a:off x="6352846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0E2163-73CF-0302-B2B6-50202C24643A}"/>
              </a:ext>
            </a:extLst>
          </p:cNvPr>
          <p:cNvSpPr/>
          <p:nvPr/>
        </p:nvSpPr>
        <p:spPr>
          <a:xfrm>
            <a:off x="679779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FF2A6D-961C-33C3-6929-E210D8E60A09}"/>
              </a:ext>
            </a:extLst>
          </p:cNvPr>
          <p:cNvSpPr/>
          <p:nvPr/>
        </p:nvSpPr>
        <p:spPr>
          <a:xfrm>
            <a:off x="6528863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4C10B0-7264-476C-58B0-19BB808C5580}"/>
              </a:ext>
            </a:extLst>
          </p:cNvPr>
          <p:cNvSpPr/>
          <p:nvPr/>
        </p:nvSpPr>
        <p:spPr>
          <a:xfrm>
            <a:off x="6973809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A1FED9-6524-D9BF-3C9E-620CA2B583B2}"/>
              </a:ext>
            </a:extLst>
          </p:cNvPr>
          <p:cNvSpPr/>
          <p:nvPr/>
        </p:nvSpPr>
        <p:spPr>
          <a:xfrm>
            <a:off x="7418755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185DD3-3AC3-E3E9-7C33-DC4B84CCE527}"/>
              </a:ext>
            </a:extLst>
          </p:cNvPr>
          <p:cNvSpPr/>
          <p:nvPr/>
        </p:nvSpPr>
        <p:spPr>
          <a:xfrm>
            <a:off x="7863701" y="3604857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21C4791-5080-3051-DE2C-C04B50647CDA}"/>
              </a:ext>
            </a:extLst>
          </p:cNvPr>
          <p:cNvSpPr/>
          <p:nvPr/>
        </p:nvSpPr>
        <p:spPr>
          <a:xfrm>
            <a:off x="8308647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8BF8444-CFC3-A7F9-B843-0EC308E0E2B7}"/>
              </a:ext>
            </a:extLst>
          </p:cNvPr>
          <p:cNvSpPr/>
          <p:nvPr/>
        </p:nvSpPr>
        <p:spPr>
          <a:xfrm>
            <a:off x="8753593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783F6B-08B4-7DFD-179F-173D439367C7}"/>
              </a:ext>
            </a:extLst>
          </p:cNvPr>
          <p:cNvSpPr/>
          <p:nvPr/>
        </p:nvSpPr>
        <p:spPr>
          <a:xfrm>
            <a:off x="9198539" y="3604856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9961D8-4A20-C3C7-F811-7DE044CA3A73}"/>
              </a:ext>
            </a:extLst>
          </p:cNvPr>
          <p:cNvSpPr/>
          <p:nvPr/>
        </p:nvSpPr>
        <p:spPr>
          <a:xfrm>
            <a:off x="7418755" y="2440202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202DA1-FF98-77FB-9374-6569E83C3F93}"/>
              </a:ext>
            </a:extLst>
          </p:cNvPr>
          <p:cNvSpPr/>
          <p:nvPr/>
        </p:nvSpPr>
        <p:spPr>
          <a:xfrm>
            <a:off x="7863701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020AEC-7EB5-FCA7-B6D5-981A6E256DA8}"/>
              </a:ext>
            </a:extLst>
          </p:cNvPr>
          <p:cNvSpPr/>
          <p:nvPr/>
        </p:nvSpPr>
        <p:spPr>
          <a:xfrm>
            <a:off x="8308647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9DD158-F08A-A11B-7875-0B30D627164D}"/>
              </a:ext>
            </a:extLst>
          </p:cNvPr>
          <p:cNvSpPr/>
          <p:nvPr/>
        </p:nvSpPr>
        <p:spPr>
          <a:xfrm>
            <a:off x="8929610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C26813-C7A3-7660-5276-9E7DB8D66767}"/>
              </a:ext>
            </a:extLst>
          </p:cNvPr>
          <p:cNvSpPr/>
          <p:nvPr/>
        </p:nvSpPr>
        <p:spPr>
          <a:xfrm>
            <a:off x="9374556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C9CEA9D-1160-2EB6-47AF-3B5A4D8AD646}"/>
              </a:ext>
            </a:extLst>
          </p:cNvPr>
          <p:cNvSpPr/>
          <p:nvPr/>
        </p:nvSpPr>
        <p:spPr>
          <a:xfrm>
            <a:off x="9819502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F29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D1FE2E8-CD8D-C3B9-BB32-9B4ABC5170B0}"/>
              </a:ext>
            </a:extLst>
          </p:cNvPr>
          <p:cNvSpPr/>
          <p:nvPr/>
        </p:nvSpPr>
        <p:spPr>
          <a:xfrm>
            <a:off x="10264448" y="2440201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A3F9F0C-5768-F247-96B6-328731736176}"/>
              </a:ext>
            </a:extLst>
          </p:cNvPr>
          <p:cNvSpPr/>
          <p:nvPr/>
        </p:nvSpPr>
        <p:spPr>
          <a:xfrm>
            <a:off x="10709394" y="2440200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9089C1-A26D-A584-1928-D8092E909A47}"/>
              </a:ext>
            </a:extLst>
          </p:cNvPr>
          <p:cNvSpPr/>
          <p:nvPr/>
        </p:nvSpPr>
        <p:spPr>
          <a:xfrm>
            <a:off x="11330357" y="2440199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9A803-6EF5-4DA6-5AA3-8BCA6D71326F}"/>
              </a:ext>
            </a:extLst>
          </p:cNvPr>
          <p:cNvSpPr/>
          <p:nvPr/>
        </p:nvSpPr>
        <p:spPr>
          <a:xfrm>
            <a:off x="9819502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C98AF52-CA24-0558-E8F8-BC9D74D16142}"/>
              </a:ext>
            </a:extLst>
          </p:cNvPr>
          <p:cNvSpPr/>
          <p:nvPr/>
        </p:nvSpPr>
        <p:spPr>
          <a:xfrm>
            <a:off x="10440465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BA89E85-B408-365C-ED75-A50978918A33}"/>
              </a:ext>
            </a:extLst>
          </p:cNvPr>
          <p:cNvSpPr/>
          <p:nvPr/>
        </p:nvSpPr>
        <p:spPr>
          <a:xfrm>
            <a:off x="10885411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75F048-5F50-9120-C71C-FBBFBC91EBB2}"/>
              </a:ext>
            </a:extLst>
          </p:cNvPr>
          <p:cNvSpPr/>
          <p:nvPr/>
        </p:nvSpPr>
        <p:spPr>
          <a:xfrm>
            <a:off x="11330357" y="3604855"/>
            <a:ext cx="407778" cy="1484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F34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18" name="Parallelogram 117">
            <a:extLst>
              <a:ext uri="{FF2B5EF4-FFF2-40B4-BE49-F238E27FC236}">
                <a16:creationId xmlns:a16="http://schemas.microsoft.com/office/drawing/2014/main" id="{8A68D8F0-1882-8295-5DEB-AF128FB8440F}"/>
              </a:ext>
            </a:extLst>
          </p:cNvPr>
          <p:cNvSpPr/>
          <p:nvPr/>
        </p:nvSpPr>
        <p:spPr>
          <a:xfrm>
            <a:off x="2904977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19" name="Parallelogram 118">
            <a:extLst>
              <a:ext uri="{FF2B5EF4-FFF2-40B4-BE49-F238E27FC236}">
                <a16:creationId xmlns:a16="http://schemas.microsoft.com/office/drawing/2014/main" id="{FEDE0DFA-1DCD-81D6-22F2-645146228077}"/>
              </a:ext>
            </a:extLst>
          </p:cNvPr>
          <p:cNvSpPr/>
          <p:nvPr/>
        </p:nvSpPr>
        <p:spPr>
          <a:xfrm>
            <a:off x="243720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5" name="Parallelogram 124">
            <a:extLst>
              <a:ext uri="{FF2B5EF4-FFF2-40B4-BE49-F238E27FC236}">
                <a16:creationId xmlns:a16="http://schemas.microsoft.com/office/drawing/2014/main" id="{1BE0A369-B024-C8C3-3908-8583CDCAE8A7}"/>
              </a:ext>
            </a:extLst>
          </p:cNvPr>
          <p:cNvSpPr/>
          <p:nvPr/>
        </p:nvSpPr>
        <p:spPr>
          <a:xfrm flipH="1">
            <a:off x="923114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6" name="Parallelogram 125">
            <a:extLst>
              <a:ext uri="{FF2B5EF4-FFF2-40B4-BE49-F238E27FC236}">
                <a16:creationId xmlns:a16="http://schemas.microsoft.com/office/drawing/2014/main" id="{3BE958BB-25AA-FC46-5FB5-4D1D5C395E5B}"/>
              </a:ext>
            </a:extLst>
          </p:cNvPr>
          <p:cNvSpPr/>
          <p:nvPr/>
        </p:nvSpPr>
        <p:spPr>
          <a:xfrm flipH="1">
            <a:off x="1393775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6AC104BC-50C2-D184-AD0E-14311A86864A}"/>
              </a:ext>
            </a:extLst>
          </p:cNvPr>
          <p:cNvSpPr/>
          <p:nvPr/>
        </p:nvSpPr>
        <p:spPr>
          <a:xfrm>
            <a:off x="6844015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28" name="Parallelogram 127">
            <a:extLst>
              <a:ext uri="{FF2B5EF4-FFF2-40B4-BE49-F238E27FC236}">
                <a16:creationId xmlns:a16="http://schemas.microsoft.com/office/drawing/2014/main" id="{403E340F-37CA-B53B-7787-12C27D7D579F}"/>
              </a:ext>
            </a:extLst>
          </p:cNvPr>
          <p:cNvSpPr/>
          <p:nvPr/>
        </p:nvSpPr>
        <p:spPr>
          <a:xfrm>
            <a:off x="6376243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1" name="Parallelogram 130">
            <a:extLst>
              <a:ext uri="{FF2B5EF4-FFF2-40B4-BE49-F238E27FC236}">
                <a16:creationId xmlns:a16="http://schemas.microsoft.com/office/drawing/2014/main" id="{AAD24BF7-C3D9-F14A-DFCF-3DDD2061D25D}"/>
              </a:ext>
            </a:extLst>
          </p:cNvPr>
          <p:cNvSpPr/>
          <p:nvPr/>
        </p:nvSpPr>
        <p:spPr>
          <a:xfrm>
            <a:off x="10736393" y="2649412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2" name="Parallelogram 131">
            <a:extLst>
              <a:ext uri="{FF2B5EF4-FFF2-40B4-BE49-F238E27FC236}">
                <a16:creationId xmlns:a16="http://schemas.microsoft.com/office/drawing/2014/main" id="{86772FC5-F3C5-5124-463A-7FE67DBCA3F2}"/>
              </a:ext>
            </a:extLst>
          </p:cNvPr>
          <p:cNvSpPr/>
          <p:nvPr/>
        </p:nvSpPr>
        <p:spPr>
          <a:xfrm>
            <a:off x="1026862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3" name="Parallelogram 132">
            <a:extLst>
              <a:ext uri="{FF2B5EF4-FFF2-40B4-BE49-F238E27FC236}">
                <a16:creationId xmlns:a16="http://schemas.microsoft.com/office/drawing/2014/main" id="{8A0B2D73-2ACF-0977-7337-B2A3490A5AB0}"/>
              </a:ext>
            </a:extLst>
          </p:cNvPr>
          <p:cNvSpPr/>
          <p:nvPr/>
        </p:nvSpPr>
        <p:spPr>
          <a:xfrm flipH="1">
            <a:off x="8754530" y="264941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4" name="Parallelogram 133">
            <a:extLst>
              <a:ext uri="{FF2B5EF4-FFF2-40B4-BE49-F238E27FC236}">
                <a16:creationId xmlns:a16="http://schemas.microsoft.com/office/drawing/2014/main" id="{24C30838-85F9-2645-ADD6-9E5A74651FFD}"/>
              </a:ext>
            </a:extLst>
          </p:cNvPr>
          <p:cNvSpPr/>
          <p:nvPr/>
        </p:nvSpPr>
        <p:spPr>
          <a:xfrm flipH="1">
            <a:off x="9225191" y="3135921"/>
            <a:ext cx="532306" cy="408217"/>
          </a:xfrm>
          <a:prstGeom prst="parallelogram">
            <a:avLst>
              <a:gd name="adj" fmla="val 96794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7AB4692-3142-5F00-10F8-E32AE52AA812}"/>
              </a:ext>
            </a:extLst>
          </p:cNvPr>
          <p:cNvSpPr txBox="1"/>
          <p:nvPr/>
        </p:nvSpPr>
        <p:spPr>
          <a:xfrm>
            <a:off x="1925679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820A8F-F14A-3B69-DA15-E6C01BE42435}"/>
              </a:ext>
            </a:extLst>
          </p:cNvPr>
          <p:cNvSpPr txBox="1"/>
          <p:nvPr/>
        </p:nvSpPr>
        <p:spPr>
          <a:xfrm>
            <a:off x="192567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9E490-9A95-CAE1-23E8-B18F2306553D}"/>
              </a:ext>
            </a:extLst>
          </p:cNvPr>
          <p:cNvSpPr txBox="1"/>
          <p:nvPr/>
        </p:nvSpPr>
        <p:spPr>
          <a:xfrm>
            <a:off x="5844433" y="2074565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C2C3BD-BBB6-F71C-8308-062E438FBF48}"/>
              </a:ext>
            </a:extLst>
          </p:cNvPr>
          <p:cNvSpPr txBox="1"/>
          <p:nvPr/>
        </p:nvSpPr>
        <p:spPr>
          <a:xfrm>
            <a:off x="5849149" y="3872767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5A2025-A265-4EAE-9FCF-E859D45A90E7}"/>
              </a:ext>
            </a:extLst>
          </p:cNvPr>
          <p:cNvSpPr txBox="1"/>
          <p:nvPr/>
        </p:nvSpPr>
        <p:spPr>
          <a:xfrm>
            <a:off x="9760751" y="2074564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7B545FA-B66D-A775-E849-9B85E5116AF1}"/>
              </a:ext>
            </a:extLst>
          </p:cNvPr>
          <p:cNvSpPr txBox="1"/>
          <p:nvPr/>
        </p:nvSpPr>
        <p:spPr>
          <a:xfrm>
            <a:off x="9760751" y="3874473"/>
            <a:ext cx="525279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ST3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EE5E37-5175-A6C2-48F4-EBA294D5FAB4}"/>
              </a:ext>
            </a:extLst>
          </p:cNvPr>
          <p:cNvSpPr txBox="1"/>
          <p:nvPr/>
        </p:nvSpPr>
        <p:spPr>
          <a:xfrm>
            <a:off x="319883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DD06D70-2C8F-0949-F49F-7598B959E599}"/>
              </a:ext>
            </a:extLst>
          </p:cNvPr>
          <p:cNvSpPr txBox="1"/>
          <p:nvPr/>
        </p:nvSpPr>
        <p:spPr>
          <a:xfrm>
            <a:off x="725523" y="339222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5E3392-08A3-E366-A25D-200040B91187}"/>
              </a:ext>
            </a:extLst>
          </p:cNvPr>
          <p:cNvSpPr txBox="1"/>
          <p:nvPr/>
        </p:nvSpPr>
        <p:spPr>
          <a:xfrm>
            <a:off x="1812897" y="3269246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A82E5-4B9D-7992-750F-AD740A5F08A3}"/>
              </a:ext>
            </a:extLst>
          </p:cNvPr>
          <p:cNvSpPr txBox="1"/>
          <p:nvPr/>
        </p:nvSpPr>
        <p:spPr>
          <a:xfrm>
            <a:off x="1686532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BEBBDED-C231-A09A-6DED-5947A7826EE6}"/>
              </a:ext>
            </a:extLst>
          </p:cNvPr>
          <p:cNvSpPr txBox="1"/>
          <p:nvPr/>
        </p:nvSpPr>
        <p:spPr>
          <a:xfrm>
            <a:off x="2100632" y="3269113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E1D7D0D-A736-9725-2EA3-3BA7234618F7}"/>
              </a:ext>
            </a:extLst>
          </p:cNvPr>
          <p:cNvSpPr txBox="1"/>
          <p:nvPr/>
        </p:nvSpPr>
        <p:spPr>
          <a:xfrm>
            <a:off x="5679599" y="326911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55678CD-CE2E-01C8-8629-D9CAA35C6C0E}"/>
              </a:ext>
            </a:extLst>
          </p:cNvPr>
          <p:cNvSpPr txBox="1"/>
          <p:nvPr/>
        </p:nvSpPr>
        <p:spPr>
          <a:xfrm>
            <a:off x="6048607" y="3275115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56E6D60-E36A-0D76-B863-76824569ACCD}"/>
              </a:ext>
            </a:extLst>
          </p:cNvPr>
          <p:cNvSpPr txBox="1"/>
          <p:nvPr/>
        </p:nvSpPr>
        <p:spPr>
          <a:xfrm>
            <a:off x="2278324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1767CE-6D5A-7462-2723-710077179ED3}"/>
              </a:ext>
            </a:extLst>
          </p:cNvPr>
          <p:cNvSpPr txBox="1"/>
          <p:nvPr/>
        </p:nvSpPr>
        <p:spPr>
          <a:xfrm>
            <a:off x="3600820" y="2585001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A3C398-909B-9ABB-BD91-A1009F666A0A}"/>
              </a:ext>
            </a:extLst>
          </p:cNvPr>
          <p:cNvSpPr txBox="1"/>
          <p:nvPr/>
        </p:nvSpPr>
        <p:spPr>
          <a:xfrm>
            <a:off x="4258951" y="2585000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29C624-397E-8F47-8FD6-FC9C3C0528E2}"/>
              </a:ext>
            </a:extLst>
          </p:cNvPr>
          <p:cNvSpPr txBox="1"/>
          <p:nvPr/>
        </p:nvSpPr>
        <p:spPr>
          <a:xfrm>
            <a:off x="5623403" y="2594295"/>
            <a:ext cx="51951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B1247A-229D-21A8-927C-1017A11D2489}"/>
              </a:ext>
            </a:extLst>
          </p:cNvPr>
          <p:cNvSpPr txBox="1"/>
          <p:nvPr/>
        </p:nvSpPr>
        <p:spPr>
          <a:xfrm>
            <a:off x="6093389" y="2585001"/>
            <a:ext cx="5332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973BD2-939D-D26D-C21A-A261E29FE536}"/>
              </a:ext>
            </a:extLst>
          </p:cNvPr>
          <p:cNvSpPr txBox="1"/>
          <p:nvPr/>
        </p:nvSpPr>
        <p:spPr>
          <a:xfrm>
            <a:off x="7558696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PLI-15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16C8118-D5A3-8F5A-D5F1-9B681D819D8E}"/>
              </a:ext>
            </a:extLst>
          </p:cNvPr>
          <p:cNvSpPr txBox="1"/>
          <p:nvPr/>
        </p:nvSpPr>
        <p:spPr>
          <a:xfrm>
            <a:off x="8071631" y="2585001"/>
            <a:ext cx="53443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PLI-17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B26B70-5B7C-0EDA-BC26-B906FE064182}"/>
              </a:ext>
            </a:extLst>
          </p:cNvPr>
          <p:cNvSpPr txBox="1"/>
          <p:nvPr/>
        </p:nvSpPr>
        <p:spPr>
          <a:xfrm>
            <a:off x="9513378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PLI-19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F76821-6525-16C5-BB90-3DB099442C89}"/>
              </a:ext>
            </a:extLst>
          </p:cNvPr>
          <p:cNvSpPr txBox="1"/>
          <p:nvPr/>
        </p:nvSpPr>
        <p:spPr>
          <a:xfrm>
            <a:off x="9993814" y="2585001"/>
            <a:ext cx="54191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PLI-21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BA60658-3C88-9214-082F-3680DC15F15B}"/>
              </a:ext>
            </a:extLst>
          </p:cNvPr>
          <p:cNvSpPr txBox="1"/>
          <p:nvPr/>
        </p:nvSpPr>
        <p:spPr>
          <a:xfrm>
            <a:off x="11434562" y="2585001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PLI-23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96F775-A9F3-83B6-A10E-689B22C99378}"/>
              </a:ext>
            </a:extLst>
          </p:cNvPr>
          <p:cNvSpPr txBox="1"/>
          <p:nvPr/>
        </p:nvSpPr>
        <p:spPr>
          <a:xfrm>
            <a:off x="9566090" y="3264543"/>
            <a:ext cx="52527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1E3755E-D736-8D02-705A-1CC974FBE514}"/>
              </a:ext>
            </a:extLst>
          </p:cNvPr>
          <p:cNvSpPr txBox="1"/>
          <p:nvPr/>
        </p:nvSpPr>
        <p:spPr>
          <a:xfrm>
            <a:off x="9934840" y="3269113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PLI-22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AAB247-B1C4-41AD-75F9-2C2F80F6FADD}"/>
              </a:ext>
            </a:extLst>
          </p:cNvPr>
          <p:cNvSpPr txBox="1"/>
          <p:nvPr/>
        </p:nvSpPr>
        <p:spPr>
          <a:xfrm>
            <a:off x="3209228" y="3398747"/>
            <a:ext cx="452507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0F7B46-84EA-93A6-FAA7-F10A97A2F937}"/>
              </a:ext>
            </a:extLst>
          </p:cNvPr>
          <p:cNvSpPr txBox="1"/>
          <p:nvPr/>
        </p:nvSpPr>
        <p:spPr>
          <a:xfrm>
            <a:off x="4589734" y="3381218"/>
            <a:ext cx="511859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PLI-10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1BF4759-6E92-758D-37AB-0DA7E0D1999F}"/>
              </a:ext>
            </a:extLst>
          </p:cNvPr>
          <p:cNvSpPr txBox="1"/>
          <p:nvPr/>
        </p:nvSpPr>
        <p:spPr>
          <a:xfrm>
            <a:off x="7104775" y="3402162"/>
            <a:ext cx="515044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PLI-16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4632858-10D2-E3B6-6655-C4B4F1FBD12E}"/>
              </a:ext>
            </a:extLst>
          </p:cNvPr>
          <p:cNvSpPr txBox="1"/>
          <p:nvPr/>
        </p:nvSpPr>
        <p:spPr>
          <a:xfrm>
            <a:off x="8506470" y="3404528"/>
            <a:ext cx="53230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PLI-18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F8DA9CC-23D0-F90B-35CD-1800A7958D01}"/>
              </a:ext>
            </a:extLst>
          </p:cNvPr>
          <p:cNvSpPr txBox="1"/>
          <p:nvPr/>
        </p:nvSpPr>
        <p:spPr>
          <a:xfrm>
            <a:off x="10981073" y="3392720"/>
            <a:ext cx="56440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PLI-24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878938E-D665-2A5B-D560-7C653D66C8D1}"/>
              </a:ext>
            </a:extLst>
          </p:cNvPr>
          <p:cNvSpPr txBox="1"/>
          <p:nvPr/>
        </p:nvSpPr>
        <p:spPr>
          <a:xfrm>
            <a:off x="821414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5152CB-AD88-589E-B716-46E12AFAFE5D}"/>
              </a:ext>
            </a:extLst>
          </p:cNvPr>
          <p:cNvSpPr txBox="1"/>
          <p:nvPr/>
        </p:nvSpPr>
        <p:spPr>
          <a:xfrm>
            <a:off x="1589508" y="310684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F915381-26E3-5C34-5752-2E4826E68CD6}"/>
              </a:ext>
            </a:extLst>
          </p:cNvPr>
          <p:cNvSpPr txBox="1"/>
          <p:nvPr/>
        </p:nvSpPr>
        <p:spPr>
          <a:xfrm>
            <a:off x="3171130" y="2811407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T3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A2642A2-8848-B2C4-D4CB-01F12FC71A8C}"/>
              </a:ext>
            </a:extLst>
          </p:cNvPr>
          <p:cNvSpPr txBox="1"/>
          <p:nvPr/>
        </p:nvSpPr>
        <p:spPr>
          <a:xfrm>
            <a:off x="2342453" y="3101241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T4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6BE9EFE-10DD-B170-B813-9F044FB7678A}"/>
              </a:ext>
            </a:extLst>
          </p:cNvPr>
          <p:cNvSpPr txBox="1"/>
          <p:nvPr/>
        </p:nvSpPr>
        <p:spPr>
          <a:xfrm>
            <a:off x="4770397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T5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EEADCE3-8466-EEE8-7C5D-A6B39D90F9F7}"/>
              </a:ext>
            </a:extLst>
          </p:cNvPr>
          <p:cNvSpPr txBox="1"/>
          <p:nvPr/>
        </p:nvSpPr>
        <p:spPr>
          <a:xfrm>
            <a:off x="5538491" y="3083225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T6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01BEADA-CF09-3807-7578-E64BC7B3CCC6}"/>
              </a:ext>
            </a:extLst>
          </p:cNvPr>
          <p:cNvSpPr txBox="1"/>
          <p:nvPr/>
        </p:nvSpPr>
        <p:spPr>
          <a:xfrm>
            <a:off x="7120113" y="2787789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T7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339D427-AF4B-7F0F-8453-A36EC798FBD1}"/>
              </a:ext>
            </a:extLst>
          </p:cNvPr>
          <p:cNvSpPr txBox="1"/>
          <p:nvPr/>
        </p:nvSpPr>
        <p:spPr>
          <a:xfrm>
            <a:off x="6291436" y="3077623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T8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283C693-F1F5-4F09-9DDD-4ABCA0701589}"/>
              </a:ext>
            </a:extLst>
          </p:cNvPr>
          <p:cNvSpPr txBox="1"/>
          <p:nvPr/>
        </p:nvSpPr>
        <p:spPr>
          <a:xfrm>
            <a:off x="8618241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T9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2FB3E4B-8972-7F3F-746B-185207D980AB}"/>
              </a:ext>
            </a:extLst>
          </p:cNvPr>
          <p:cNvSpPr txBox="1"/>
          <p:nvPr/>
        </p:nvSpPr>
        <p:spPr>
          <a:xfrm>
            <a:off x="9386335" y="3087652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T10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2FFCC7-6831-1D5C-E6C2-F5CAF6D1C542}"/>
              </a:ext>
            </a:extLst>
          </p:cNvPr>
          <p:cNvSpPr txBox="1"/>
          <p:nvPr/>
        </p:nvSpPr>
        <p:spPr>
          <a:xfrm>
            <a:off x="10967957" y="2792216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T11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9B9F2ED-E841-A338-3B1F-7301F310F995}"/>
              </a:ext>
            </a:extLst>
          </p:cNvPr>
          <p:cNvSpPr txBox="1"/>
          <p:nvPr/>
        </p:nvSpPr>
        <p:spPr>
          <a:xfrm>
            <a:off x="10139280" y="3082050"/>
            <a:ext cx="4079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00FF"/>
                </a:solidFill>
              </a:rPr>
              <a:t>T12</a:t>
            </a:r>
            <a:endParaRPr lang="en-US" sz="1000" b="1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3" name="TextBox 309">
            <a:extLst>
              <a:ext uri="{FF2B5EF4-FFF2-40B4-BE49-F238E27FC236}">
                <a16:creationId xmlns:a16="http://schemas.microsoft.com/office/drawing/2014/main" id="{CD71076B-33E7-983F-8DB0-4125C2F61BFE}"/>
              </a:ext>
            </a:extLst>
          </p:cNvPr>
          <p:cNvSpPr txBox="1"/>
          <p:nvPr/>
        </p:nvSpPr>
        <p:spPr>
          <a:xfrm>
            <a:off x="5123718" y="819451"/>
            <a:ext cx="2352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/>
              <a:t>เส้นทางที่ 30</a:t>
            </a:r>
            <a:endParaRPr lang="en-US" sz="4000" b="1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6C6416-5E24-5D72-58A4-9734AE0031E5}"/>
              </a:ext>
            </a:extLst>
          </p:cNvPr>
          <p:cNvSpPr/>
          <p:nvPr/>
        </p:nvSpPr>
        <p:spPr>
          <a:xfrm flipH="1">
            <a:off x="3491354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22F625C-4242-0573-F060-DC5AC985D113}"/>
              </a:ext>
            </a:extLst>
          </p:cNvPr>
          <p:cNvSpPr/>
          <p:nvPr/>
        </p:nvSpPr>
        <p:spPr>
          <a:xfrm>
            <a:off x="2660729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9ED3BD5-929B-CD9A-01D5-98B4540D7352}"/>
              </a:ext>
            </a:extLst>
          </p:cNvPr>
          <p:cNvSpPr/>
          <p:nvPr/>
        </p:nvSpPr>
        <p:spPr>
          <a:xfrm flipH="1">
            <a:off x="1975248" y="346587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24E7A222-4C4D-4B32-3689-1CE3D8753E0D}"/>
              </a:ext>
            </a:extLst>
          </p:cNvPr>
          <p:cNvSpPr/>
          <p:nvPr/>
        </p:nvSpPr>
        <p:spPr>
          <a:xfrm>
            <a:off x="2216641" y="346097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C3DB36C5-0018-B58D-0D1C-83A49BA0BFFE}"/>
              </a:ext>
            </a:extLst>
          </p:cNvPr>
          <p:cNvSpPr/>
          <p:nvPr/>
        </p:nvSpPr>
        <p:spPr>
          <a:xfrm flipH="1">
            <a:off x="3064083" y="346072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E1048D-8E93-EB38-9BCD-E9E7356972BA}"/>
              </a:ext>
            </a:extLst>
          </p:cNvPr>
          <p:cNvSpPr/>
          <p:nvPr/>
        </p:nvSpPr>
        <p:spPr>
          <a:xfrm>
            <a:off x="1116045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8C1C799C-F4F0-8F63-3A83-6216D51B10AF}"/>
              </a:ext>
            </a:extLst>
          </p:cNvPr>
          <p:cNvSpPr/>
          <p:nvPr/>
        </p:nvSpPr>
        <p:spPr>
          <a:xfrm flipH="1">
            <a:off x="1556806" y="2649410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D27F118-C553-76CC-7AEC-655B51A7E6E5}"/>
              </a:ext>
            </a:extLst>
          </p:cNvPr>
          <p:cNvSpPr/>
          <p:nvPr/>
        </p:nvSpPr>
        <p:spPr>
          <a:xfrm>
            <a:off x="699062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A2FAE04-32B8-63AB-9452-A9A75D5CE863}"/>
              </a:ext>
            </a:extLst>
          </p:cNvPr>
          <p:cNvSpPr/>
          <p:nvPr/>
        </p:nvSpPr>
        <p:spPr>
          <a:xfrm flipH="1">
            <a:off x="5472709" y="264380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4632E8F-938E-5E0E-B0D5-EF6346304D6C}"/>
              </a:ext>
            </a:extLst>
          </p:cNvPr>
          <p:cNvSpPr/>
          <p:nvPr/>
        </p:nvSpPr>
        <p:spPr>
          <a:xfrm>
            <a:off x="4644675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2E40048-D55A-04AC-481A-C6F1ADAC3235}"/>
              </a:ext>
            </a:extLst>
          </p:cNvPr>
          <p:cNvSpPr/>
          <p:nvPr/>
        </p:nvSpPr>
        <p:spPr>
          <a:xfrm flipH="1">
            <a:off x="5898718" y="34746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49E61F-9E94-C1D7-7797-D1951EBE44EB}"/>
              </a:ext>
            </a:extLst>
          </p:cNvPr>
          <p:cNvSpPr/>
          <p:nvPr/>
        </p:nvSpPr>
        <p:spPr>
          <a:xfrm>
            <a:off x="6143945" y="3474999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A78BCB-46E1-FCC3-F089-7FAC078B481D}"/>
              </a:ext>
            </a:extLst>
          </p:cNvPr>
          <p:cNvSpPr/>
          <p:nvPr/>
        </p:nvSpPr>
        <p:spPr>
          <a:xfrm>
            <a:off x="5047346" y="344548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6CAA881-C5BA-F94C-0FFF-F053FD29E424}"/>
              </a:ext>
            </a:extLst>
          </p:cNvPr>
          <p:cNvSpPr/>
          <p:nvPr/>
        </p:nvSpPr>
        <p:spPr>
          <a:xfrm flipH="1">
            <a:off x="6972167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D76089-F93D-FCAE-D6A9-77281A2CD7A7}"/>
              </a:ext>
            </a:extLst>
          </p:cNvPr>
          <p:cNvSpPr/>
          <p:nvPr/>
        </p:nvSpPr>
        <p:spPr>
          <a:xfrm flipH="1">
            <a:off x="7428915" y="265449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D9BF4EF-D277-73F8-F53D-EB5F2EAB235E}"/>
              </a:ext>
            </a:extLst>
          </p:cNvPr>
          <p:cNvSpPr/>
          <p:nvPr/>
        </p:nvSpPr>
        <p:spPr>
          <a:xfrm>
            <a:off x="6560721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AE0DF2-C59D-DE52-A1F1-56D368F9282D}"/>
              </a:ext>
            </a:extLst>
          </p:cNvPr>
          <p:cNvSpPr/>
          <p:nvPr/>
        </p:nvSpPr>
        <p:spPr>
          <a:xfrm flipH="1">
            <a:off x="9390637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EE07559-12AF-DCFD-E112-B19AAB70806B}"/>
              </a:ext>
            </a:extLst>
          </p:cNvPr>
          <p:cNvSpPr/>
          <p:nvPr/>
        </p:nvSpPr>
        <p:spPr>
          <a:xfrm>
            <a:off x="8527523" y="2649411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7FD691-BCE5-8F24-E81F-E5C2EDE26F87}"/>
              </a:ext>
            </a:extLst>
          </p:cNvPr>
          <p:cNvSpPr/>
          <p:nvPr/>
        </p:nvSpPr>
        <p:spPr>
          <a:xfrm flipH="1">
            <a:off x="11315400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EF57D-DB29-033E-24FD-998CB212E987}"/>
              </a:ext>
            </a:extLst>
          </p:cNvPr>
          <p:cNvSpPr/>
          <p:nvPr/>
        </p:nvSpPr>
        <p:spPr>
          <a:xfrm>
            <a:off x="10489419" y="2649407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ED7B29F-7105-6131-66DC-9F472B2B09C0}"/>
              </a:ext>
            </a:extLst>
          </p:cNvPr>
          <p:cNvSpPr/>
          <p:nvPr/>
        </p:nvSpPr>
        <p:spPr>
          <a:xfrm flipH="1">
            <a:off x="981950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7052EF-41A0-06A4-3158-81387C744A4F}"/>
              </a:ext>
            </a:extLst>
          </p:cNvPr>
          <p:cNvSpPr/>
          <p:nvPr/>
        </p:nvSpPr>
        <p:spPr>
          <a:xfrm>
            <a:off x="8974952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17AED47-442B-5294-9D2F-0D7454BA48F1}"/>
              </a:ext>
            </a:extLst>
          </p:cNvPr>
          <p:cNvSpPr/>
          <p:nvPr/>
        </p:nvSpPr>
        <p:spPr>
          <a:xfrm flipH="1">
            <a:off x="10903059" y="345564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7939DC-34E2-FDBD-EAC9-DEC594FE503D}"/>
              </a:ext>
            </a:extLst>
          </p:cNvPr>
          <p:cNvSpPr/>
          <p:nvPr/>
        </p:nvSpPr>
        <p:spPr>
          <a:xfrm>
            <a:off x="10051713" y="3465803"/>
            <a:ext cx="175567" cy="99060"/>
          </a:xfrm>
          <a:custGeom>
            <a:avLst/>
            <a:gdLst>
              <a:gd name="connsiteX0" fmla="*/ 126274 w 175567"/>
              <a:gd name="connsiteY0" fmla="*/ 0 h 99060"/>
              <a:gd name="connsiteX1" fmla="*/ 91419 w 175567"/>
              <a:gd name="connsiteY1" fmla="*/ 14507 h 99060"/>
              <a:gd name="connsiteX2" fmla="*/ 81693 w 175567"/>
              <a:gd name="connsiteY2" fmla="*/ 38100 h 99060"/>
              <a:gd name="connsiteX3" fmla="*/ 45719 w 175567"/>
              <a:gd name="connsiteY3" fmla="*/ 38100 h 99060"/>
              <a:gd name="connsiteX4" fmla="*/ 45719 w 175567"/>
              <a:gd name="connsiteY4" fmla="*/ 13335 h 99060"/>
              <a:gd name="connsiteX5" fmla="*/ 0 w 175567"/>
              <a:gd name="connsiteY5" fmla="*/ 13335 h 99060"/>
              <a:gd name="connsiteX6" fmla="*/ 0 w 175567"/>
              <a:gd name="connsiteY6" fmla="*/ 85724 h 99060"/>
              <a:gd name="connsiteX7" fmla="*/ 45719 w 175567"/>
              <a:gd name="connsiteY7" fmla="*/ 85724 h 99060"/>
              <a:gd name="connsiteX8" fmla="*/ 45719 w 175567"/>
              <a:gd name="connsiteY8" fmla="*/ 60959 h 99060"/>
              <a:gd name="connsiteX9" fmla="*/ 81692 w 175567"/>
              <a:gd name="connsiteY9" fmla="*/ 60959 h 99060"/>
              <a:gd name="connsiteX10" fmla="*/ 91419 w 175567"/>
              <a:gd name="connsiteY10" fmla="*/ 84553 h 99060"/>
              <a:gd name="connsiteX11" fmla="*/ 126274 w 175567"/>
              <a:gd name="connsiteY11" fmla="*/ 99060 h 99060"/>
              <a:gd name="connsiteX12" fmla="*/ 175567 w 175567"/>
              <a:gd name="connsiteY12" fmla="*/ 49530 h 99060"/>
              <a:gd name="connsiteX13" fmla="*/ 126274 w 175567"/>
              <a:gd name="connsiteY13" fmla="*/ 0 h 9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5567" h="99060">
                <a:moveTo>
                  <a:pt x="126274" y="0"/>
                </a:moveTo>
                <a:cubicBezTo>
                  <a:pt x="112662" y="0"/>
                  <a:pt x="100339" y="5544"/>
                  <a:pt x="91419" y="14507"/>
                </a:cubicBezTo>
                <a:lnTo>
                  <a:pt x="81693" y="38100"/>
                </a:lnTo>
                <a:lnTo>
                  <a:pt x="45719" y="38100"/>
                </a:lnTo>
                <a:lnTo>
                  <a:pt x="45719" y="13335"/>
                </a:lnTo>
                <a:lnTo>
                  <a:pt x="0" y="13335"/>
                </a:lnTo>
                <a:lnTo>
                  <a:pt x="0" y="85724"/>
                </a:lnTo>
                <a:lnTo>
                  <a:pt x="45719" y="85724"/>
                </a:lnTo>
                <a:lnTo>
                  <a:pt x="45719" y="60959"/>
                </a:lnTo>
                <a:lnTo>
                  <a:pt x="81692" y="60959"/>
                </a:lnTo>
                <a:lnTo>
                  <a:pt x="91419" y="84553"/>
                </a:lnTo>
                <a:cubicBezTo>
                  <a:pt x="100339" y="93516"/>
                  <a:pt x="112662" y="99060"/>
                  <a:pt x="126274" y="99060"/>
                </a:cubicBezTo>
                <a:cubicBezTo>
                  <a:pt x="153498" y="99060"/>
                  <a:pt x="175567" y="76885"/>
                  <a:pt x="175567" y="49530"/>
                </a:cubicBezTo>
                <a:cubicBezTo>
                  <a:pt x="175567" y="22175"/>
                  <a:pt x="153498" y="0"/>
                  <a:pt x="12627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BEAA1-7CD4-CEC9-FBD8-AEB968BAB2F2}"/>
              </a:ext>
            </a:extLst>
          </p:cNvPr>
          <p:cNvSpPr/>
          <p:nvPr/>
        </p:nvSpPr>
        <p:spPr>
          <a:xfrm>
            <a:off x="10848243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BBAB14-B1ED-9BE6-5CAE-99E72CA71614}"/>
              </a:ext>
            </a:extLst>
          </p:cNvPr>
          <p:cNvSpPr/>
          <p:nvPr/>
        </p:nvSpPr>
        <p:spPr>
          <a:xfrm>
            <a:off x="467641" y="2123428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North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912BAD-11F1-0B40-F666-4C2519BD9D03}"/>
              </a:ext>
            </a:extLst>
          </p:cNvPr>
          <p:cNvSpPr/>
          <p:nvPr/>
        </p:nvSpPr>
        <p:spPr>
          <a:xfrm>
            <a:off x="10848243" y="3925303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EA7CBA-781D-E0A3-8C56-5C2D7EAB61AF}"/>
              </a:ext>
            </a:extLst>
          </p:cNvPr>
          <p:cNvSpPr/>
          <p:nvPr/>
        </p:nvSpPr>
        <p:spPr>
          <a:xfrm>
            <a:off x="467641" y="3921631"/>
            <a:ext cx="889892" cy="1484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ea typeface="Calibri"/>
                <a:cs typeface="Cordia New"/>
              </a:rPr>
              <a:t>South</a:t>
            </a:r>
            <a:endParaRPr lang="th-TH" sz="1000" b="1" dirty="0">
              <a:solidFill>
                <a:srgbClr val="0000FF"/>
              </a:solidFill>
              <a:ea typeface="Calibri"/>
              <a:cs typeface="Cordia New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4E1A4-DCC2-6C63-47FC-FBEE634EEE8A}"/>
              </a:ext>
            </a:extLst>
          </p:cNvPr>
          <p:cNvGrpSpPr/>
          <p:nvPr/>
        </p:nvGrpSpPr>
        <p:grpSpPr>
          <a:xfrm>
            <a:off x="4663552" y="2438538"/>
            <a:ext cx="1382482" cy="1319300"/>
            <a:chOff x="8575273" y="2433258"/>
            <a:chExt cx="1382482" cy="1319300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96CD6AE-C9E8-4A7E-576F-110712D7B25C}"/>
                </a:ext>
              </a:extLst>
            </p:cNvPr>
            <p:cNvSpPr/>
            <p:nvPr/>
          </p:nvSpPr>
          <p:spPr>
            <a:xfrm flipH="1">
              <a:off x="8575273" y="2433258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28FC0B35-8760-9359-BBC2-A267A767ED14}"/>
                </a:ext>
              </a:extLst>
            </p:cNvPr>
            <p:cNvSpPr/>
            <p:nvPr/>
          </p:nvSpPr>
          <p:spPr>
            <a:xfrm flipH="1">
              <a:off x="9215865" y="3128302"/>
              <a:ext cx="741890" cy="624256"/>
            </a:xfrm>
            <a:prstGeom prst="parallelogram">
              <a:avLst>
                <a:gd name="adj" fmla="val 96794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b="1" dirty="0">
                <a:solidFill>
                  <a:srgbClr val="0000FF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750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5029</TotalTime>
  <Words>2945</Words>
  <Application>Microsoft Office PowerPoint</Application>
  <PresentationFormat>Widescreen</PresentationFormat>
  <Paragraphs>2883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VASSAMON CHATCHAWAN</dc:creator>
  <cp:lastModifiedBy>VASSAMON CHATCHAWAN</cp:lastModifiedBy>
  <cp:revision>118</cp:revision>
  <dcterms:created xsi:type="dcterms:W3CDTF">2026-02-15T16:18:35Z</dcterms:created>
  <dcterms:modified xsi:type="dcterms:W3CDTF">2026-02-23T08:27:36Z</dcterms:modified>
</cp:coreProperties>
</file>